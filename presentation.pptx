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you know the ceiling? Published benchmarks cluster there; my results landed in the same band. 65% sounds weak? Floor is 50% for balanced binary, so it's real signal but task-capped — the responsible response is calibrated confidence and abstention. This slide sets expectations for every modest number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not drop the middle / 2-vs-4? Dropping shrinks a small set; imbalance makes accuracy misleading; middle split is balanced and conventional. Half-true really True? Hardest call — placed True for balance, but sensitivity check shows robustness either way. Sensitivity check = re-run the whole eval with one debatable decision flipped.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speaker leakage matters: it's a shortcut; my explainer later quantifies it's real and hurts accuracy — which is why I split to prevent it. Union-find: merges linked items (shared speaker or near-dup text) into clusters assigned whole to one split; guarantees no link crosses train/test. Strongest methodology slide — most candidates random-split and miss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ECE/Brier? System acts on confidence; a model can be accurate yet overconfident. Why val-fit/test-report? Tuning on test = peeking = inflated; this keeps numbers out-of-sample. Definitions — balanced acc: average per-class accuracy. Macro-F1: per-class F1 averaged. Brier: mean squared error of probability vs outcome. ECE: groups by stated confidence, checks if "80% sure" is right 80% — lower = trustworthy. McNemar: paired test on the cases where two models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model? Scale-tested candidates; a 9B Qwen and Gemma hit the literature range, OpenAI 20B/120B sat at chance; Gemma won the full-set comparison and is the one base that's both serverless and fine-tunable under one id — so no model-swap confound. Logprobs: the API exposes the probability the model assigned its chosen token; exp(logprob) = real confidence, not a performed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LoRA = trains small low-rank adapters on top of a frozen base; cheap, fast, enough to shift behaviour. Why label-token-only? Learn to produce the answer, not echo the prompt. Why an endpoint now? Base served serverless, but fine-tuned Gemma can't; endpoint only for eval, deleted in a guaranteed-teardown block. Low train loss = learned the signal; whether it transfers is what the disjoint test answers. Eval-loss 0.32 → 0.199 is from the fine-tuning job's training log (3 epochs).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3.3 points? On a ~65% ceiling, a significant gain over a matched baseline plus halved calibration error is meaningful — accuracy was capped, trustworthy confidence is the axis that moved. Why show score-mode? It's the contrast that proves accuracy ≠ calibration. Frame: train fine-tunes; val fits calibrator+threshold for both; test scored once identically — only fine-tuning differs.</a:t>
            </a:r>
          </a:p>
          <a:p/>
          <a:p>
            <a:r>
              <a:t>Variance caveat: results vary slightly run-to-run due to non-deterministic inference even at temperature 0; the fine-tuning effect was consistently positive and significant across runs (+0.017 to +0.033).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Temperature/Platt = simple post-hoc corrections fit on held-out data remapping raw probabilities so stated confidence matches real frequency; I fit several on validation and selected the best. Why not isotonic? Needs more data, overfits ~1,900 rows — future work. Say cold: calibration doesn't change the answer or accuracy — it makes the confidence number honest. The diagram shows both calibrated models on test; the fine-tuned curve sits closest to the diagonal (lowest ECE).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two methods? Occlusion is causal — change input, watch real output; rationale is readable but only ~46% faithful, so I lead with occlusion and treat rationales as hypotheses, catching the model rationalizing. 46% — good or bad? Bad for the model's self-explanations, good for my explainer that detected it. Shortcut helps or hurts? Hurts (62.5% vs 75.6% — speaker- vs statement-driven); correlational but speaker-driven predictions are the less trustworthy ones — causal confirmation of slide 3's leakage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Another week? Push abstention into a selective-prediction system on the calibrated confidence; ensemble both predictors; resist chasing accuracy past the ceiling. One thing to remember: accuracy and trustworthiness are different axes — fine-tuning's real value was honest confidence, and every claim is reproducible from the code. Closes the loop to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The Problem &amp; Its Real Ceiling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Classify public statements as True / False from text + metadata (speaker, party, subjects, context).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Low-ceiling task: ~62–69% binary accuracy across model families and methods.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Why: verifying claims needs external world knowledge the text lacks; human truth labels are judgment calls with limited agreement; some statements aren't verifiable from inputs.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Aim: a principled, honestly-evaluated system — not a vanity accuracy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Target Framing: 6 Labels → Binary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Source: 6 ordinal truthfulness levels.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Middle split: 3 truer → True, 3 falser → False.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Why: near-balanced target (≈56/44) keeps accuracy meaningful, no majority-class shortcut.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Sensitivity check: moving ambiguous "half-true" to False leaves conclusions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Data Integrity: The Split That Prevents Cheating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Naive random splits leak: frequent speakers appear in train and test → model learns "this person lies", not the claim.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My split: speaker-disjoint AND near-duplicate-disjoint (union-find) — no speaker or near-identical statement spans two splits.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Dropped contradictory duplicates (identical text, conflicting labels).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Train 5,710 / Val 1,917 / Test 1,991; matched balance (True-rate 0.57 / 0.55 / 0.53).</a:t>
            </a:r>
          </a:p>
        </p:txBody>
      </p:sp>
      <p:pic>
        <p:nvPicPr>
          <p:cNvPr id="5" name="Picture 4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206240"/>
            <a:ext cx="8686800" cy="2972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Evaluation Methodology: Metrics &amp;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Beyond accuracy: balanced accuracy, macro-F1, ROC/PR-AUC, and calibration (Brier + ECE).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Cost asymmetry: a false positive (falsehood labelled True) lets misinformation through — the costlier error; threshold can reflect that.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Protocol: calibrator + threshold fit on validation, reported on untouched test.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Bootstrap CIs; McNemar's test for the paired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Zero-Shot Predictor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Base: gemma-4-31B-it (open; serverless on Together; LoRA-fine-tunable under the same id → shared base, no confound).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Prompt: statement + metadata, missing fields marked [unknown].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Elicitation: decision + logprob — model answers True/False; confidence from the True/False token's logprob.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Baseline (calibrated, test): acc 0.668, ECE 0.053.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Fine-Tuned Predictor (LoRA SFT)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LoRA supervised fine-tuning on the same gemma-4-31B-it base.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Training data: conversational JSONL — prompt as system+user, assistant = single True/False token; loss on the label only (train_on_inputs=auto).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Train split only (5,710); validation file for eval-loss. Eval loss 0.32 → 0.199 over 3 epochs (from the training run).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Serving: fine-tuned Gemma isn't serverless → short-lived dedicated endpoint, create→infer→guaranteed teardown (~14 min, ~$2).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The Fair Comparison &amp; Results</a:t>
            </a:r>
          </a:p>
          <a:p>
            <a:r>
              <a:rPr sz="1400" i="1">
                <a:solidFill>
                  <a:srgbClr val="2E6DA4"/>
                </a:solidFill>
              </a:rPr>
              <a:t>Fine-tuning beats matched zero-shot +3.3 pts (p &lt; 0.001) AND halves calibration error.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22222"/>
                </a:solidFill>
              </a:rPr>
              <a:t>•  Same test split, same calibration, same elicitation → only fine-tuning differs.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057400"/>
          <a:ext cx="111556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031965"/>
                <a:gridCol w="1031965"/>
                <a:gridCol w="1031965"/>
                <a:gridCol w="1031965"/>
                <a:gridCol w="1031965"/>
                <a:gridCol w="1031965"/>
                <a:gridCol w="1031965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Predictor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Bal-acc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Brier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ECE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Zero-shot, logprob (baseline)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0.668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0.662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0.662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0.711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0.679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0.217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0.053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4F"/>
                          </a:solidFill>
                        </a:rPr>
                        <a:t>Fine-tuned (LoRA SFT, decision)</a:t>
                      </a:r>
                    </a:p>
                  </a:txBody>
                  <a:tcPr anchor="ctr"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4F"/>
                          </a:solidFill>
                        </a:rPr>
                        <a:t>0.701</a:t>
                      </a:r>
                    </a:p>
                  </a:txBody>
                  <a:tcPr anchor="ctr"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4F"/>
                          </a:solidFill>
                        </a:rPr>
                        <a:t>0.695</a:t>
                      </a:r>
                    </a:p>
                  </a:txBody>
                  <a:tcPr anchor="ctr"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4F"/>
                          </a:solidFill>
                        </a:rPr>
                        <a:t>0.696</a:t>
                      </a:r>
                    </a:p>
                  </a:txBody>
                  <a:tcPr anchor="ctr"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4F"/>
                          </a:solidFill>
                        </a:rPr>
                        <a:t>0.749</a:t>
                      </a:r>
                    </a:p>
                  </a:txBody>
                  <a:tcPr anchor="ctr"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4F"/>
                          </a:solidFill>
                        </a:rPr>
                        <a:t>0.716</a:t>
                      </a:r>
                    </a:p>
                  </a:txBody>
                  <a:tcPr anchor="ctr"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4F"/>
                          </a:solidFill>
                        </a:rPr>
                        <a:t>0.201</a:t>
                      </a:r>
                    </a:p>
                  </a:txBody>
                  <a:tcPr anchor="ctr"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4F"/>
                          </a:solidFill>
                        </a:rPr>
                        <a:t>0.027</a:t>
                      </a:r>
                    </a:p>
                  </a:txBody>
                  <a:tcPr anchor="ctr">
                    <a:solidFill>
                      <a:srgbClr val="E8F0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i="1">
                          <a:solidFill>
                            <a:srgbClr val="7A7A7A"/>
                          </a:solidFill>
                        </a:rPr>
                        <a:t>secondary · score elicitation, not matched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1">
                          <a:solidFill>
                            <a:srgbClr val="7A7A7A"/>
                          </a:solidFill>
                        </a:rPr>
                        <a:t>0.700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1">
                          <a:solidFill>
                            <a:srgbClr val="7A7A7A"/>
                          </a:solidFill>
                        </a:rPr>
                        <a:t>0.699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1">
                          <a:solidFill>
                            <a:srgbClr val="7A7A7A"/>
                          </a:solidFill>
                        </a:rPr>
                        <a:t>0.699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1">
                          <a:solidFill>
                            <a:srgbClr val="7A7A7A"/>
                          </a:solidFill>
                        </a:rPr>
                        <a:t>0.715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1">
                          <a:solidFill>
                            <a:srgbClr val="7A7A7A"/>
                          </a:solidFill>
                        </a:rPr>
                        <a:t>0.660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1">
                          <a:solidFill>
                            <a:srgbClr val="7A7A7A"/>
                          </a:solidFill>
                        </a:rPr>
                        <a:t>0.225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1">
                          <a:solidFill>
                            <a:srgbClr val="7A7A7A"/>
                          </a:solidFill>
                        </a:rPr>
                        <a:t>0.117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5196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</a:rPr>
              <a:t>Clean fine-tuning effect (matched elicitation): Δacc +0.033 [+0.021, +0.045], McNemar p &lt; 0.001. Calibration: ECE 0.053 → 0.027.</a:t>
            </a:r>
          </a:p>
          <a:p>
            <a:r>
              <a:rPr sz="1200" i="1">
                <a:solidFill>
                  <a:srgbClr val="7A7A7A"/>
                </a:solidFill>
              </a:rPr>
              <a:t>Secondary (score-mode): highest accuracy yet ~4× worse calibrated (ECE 0.117 vs 0.027) — accuracy ≠ trustworthiness.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Calibration: The Real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Raw confidence is miscalibrated → temperature/Platt scaling, fit on validation, corrects it.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ECE 0.053 → 0.027 (more than halved); reliability diagram moves toward the diagonal.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For a tool that acts on confidence (abstain, escalate, flag), trustworthy probabilities are the operationally useful property.</a:t>
            </a:r>
          </a:p>
        </p:txBody>
      </p:sp>
      <p:pic>
        <p:nvPicPr>
          <p:cNvPr id="5" name="Picture 4" descr="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4754880" cy="43119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Explainer: Faithful Attribution Beats Plausible Stories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explain(model, points, labels) — model-agnostic, either predictor.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Two layers: leave-one-field-out occlusion (faithful by construction) + model's own rationale (plausible, not necessarily faithful).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Removing speaker flips 8% of predictions, all metadata 12.3%; rationales only ~46% faithful; speaker-driven predictions less accurate (statement-driven 0.752 vs speaker-driven 0.625).</a:t>
            </a:r>
          </a:p>
        </p:txBody>
      </p:sp>
      <p:pic>
        <p:nvPicPr>
          <p:cNvPr id="5" name="Picture 4" descr="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0"/>
            <a:ext cx="5577840" cy="3420811"/>
          </a:xfrm>
          <a:prstGeom prst="rect">
            <a:avLst/>
          </a:prstGeom>
        </p:spPr>
      </p:pic>
      <p:pic>
        <p:nvPicPr>
          <p:cNvPr id="6" name="Picture 5" descr="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200400"/>
            <a:ext cx="5577840" cy="38094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Findings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Story: a low-ceiling task evaluated leakage-free; fine-tuning gave a significant accuracy gain over matched zero-shot and halved calibration error; the explainer exposed a speaker shortcut that hurts and showed self-rationales are unreliable.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Optimized for honest, defensible evaluation over a vanity number.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Future work: logprob elicitation everywhere; richer calibration (isotonic); ensembling zero-shot + fine-tuned; production abstention from the coverage-accuracy curve; alternative elicitations (score-mode trade-off); DPO if ranked data existed.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</a:rPr>
              <a:t>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